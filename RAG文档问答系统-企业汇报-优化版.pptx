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EA812D-ABA0-4D79-BF37-C7D6700C1A3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B80563-78C3-4C47-B419-3931D31E35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C93AEF-4904-482E-AA2F-26E254C4AFB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36521B-5952-44F3-B5E9-1050B3ADB10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758CA2-59DC-4978-B453-25316B5834B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9E570B-E6F0-4C30-9E06-C6817F6B4D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678D6F-A364-4795-B233-2C9D3934838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886665-F982-4A9E-95D3-206375EE5C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E70A1A-29D5-484C-A2F8-B5C5FC0FD4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95C93C-E9E9-48C0-A46A-68D610515D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D961A6-A943-4338-A3EF-3197214C9D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RAG</a:t>
            </a:r>
            <a:r>
              <a:rPr b="1" lang="zh-CN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文档问答系统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zh-CN" sz="20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企业汇报演示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项目概述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项目背景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基于检索增强生成（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RAG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）的智能文档问答系统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支持多格式文档处理和企业级应用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现代化技术栈，高可用性架构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核心价值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提升文档检索效率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智能问答能力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自动化文档管理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功能特性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核心功能模块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多格式文档支持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PDF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、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DOCX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、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DOC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、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TXT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智能问答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基于向量搜索的精准问答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自动索引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文件监听自动触发文档索引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现代化界面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React + Tailwind CSS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前端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RESTful API: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完整的后端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API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接口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向量数据库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Pinecone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向量存储和搜索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技术架构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后端技术栈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Node.js + Express: Web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服务器框架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PostgreSQL: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关系型数据库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Pinecone: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向量数据库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Sequelize: ORM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数据库操作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OpenAI/Gemini: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大语言模型集成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前端技术栈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React 18: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用户界面框架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Vite: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构建工具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Tailwind CSS: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样式框架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Axios: HTTP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客户端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服务整合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统一问答接口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接口地址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localhost:3001/api/qa/ask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搜索类型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semantic/keyword/hybrid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智能路由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自动选择最佳处理方式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集成的大模型服务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DeepSeek: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最高优先级，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OpenAI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兼容接口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OpenAI GPT: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第二优先级，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GPT-3.5-turbo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Google Gemini: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第三优先级，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gemini-pro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模型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Copilot: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独立服务，支持回退机制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当前系统状态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运行状态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后端服务器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正常运行在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http://localhost:3001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前端界面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正常运行在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http://localhost:3000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文件监听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已激活，监控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/docs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目录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Pinecone: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已连接并配置完成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问答功能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现在使用向量搜索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技术实现亮点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智能路由机制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优先级调用链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NLP →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向量搜索 → 关键词搜索 →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生成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服务回退机制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Copilot → DeepSeek → OpenAI → Google Gemini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错误处理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完整的降级策略和容错机制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性能优化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向量搜索优化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缓存机制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异步处理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负载均衡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项目成果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技术成果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完整的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RAG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系统实现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多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模型集成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企业级架构设计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高性能向量搜索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业务价值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提升文档处理效率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降低人工检索成本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增强知识管理能力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支持智能决策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总结与展望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项目总结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成功实现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RAG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文档问答系统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技术栈先进，架构合理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功能完整，性能优异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具备企业级应用能力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3366"/>
              </a:buClr>
              <a:buFont typeface="Arial"/>
              <a:buChar char="•"/>
            </a:pPr>
            <a:r>
              <a:rPr b="1" lang="zh-CN" sz="1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未来规划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持续优化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模型集成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扩展更多文档格式支持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增强企业级安全特性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探索更多应用场景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1828800" y="2743200"/>
            <a:ext cx="5486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zh-CN" sz="32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感谢观看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LibreOffice/25.2.5.2$MacOSX_X86_64 LibreOffice_project/03d19516eb2e1dd5d4ccd751a0d6f35f35e08022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